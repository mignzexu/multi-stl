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image" Target="../media/slide1.png"/></Relationships>
</file>

<file path=ppt/slides/_rels/slide2.xml.rels><Relationships xmlns="http://schemas.openxmlformats.org/package/2006/relationships"><Relationship Id="rId1" Type="http://schemas.openxmlformats.org/officeDocument/2006/relationships/image" Target="../media/slide2.png"/></Relationships>
</file>

<file path=ppt/slides/_rels/slide3.xml.rels><Relationships xmlns="http://schemas.openxmlformats.org/package/2006/relationships"><Relationship Id="rId1" Type="http://schemas.openxmlformats.org/officeDocument/2006/relationships/image" Target="../media/slide3.png"/></Relationships>
</file>

<file path=ppt/slides/_rels/slide4.xml.rels><Relationships xmlns="http://schemas.openxmlformats.org/package/2006/relationships"><Relationship Id="rId1" Type="http://schemas.openxmlformats.org/officeDocument/2006/relationships/image" Target="../media/slide4.png"/></Relationships>
</file>

<file path=ppt/slides/_rels/slide5.xml.rels><Relationships xmlns="http://schemas.openxmlformats.org/package/2006/relationships"><Relationship Id="rId1" Type="http://schemas.openxmlformats.org/officeDocument/2006/relationships/image" Target="../media/slide5.png"/></Relationships>
</file>

<file path=ppt/slides/_rels/slide6.xml.rels><Relationships xmlns="http://schemas.openxmlformats.org/package/2006/relationships"><Relationship Id="rId1" Type="http://schemas.openxmlformats.org/officeDocument/2006/relationships/image" Target="../media/slid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ulti-STL">
  <a:themeElements>
    <a:clrScheme name="Multi-STL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F97316"/>
      </a:accent1>
      <a:accent2>
        <a:srgbClr val="0EA5E9"/>
      </a:accent2>
      <a:accent3>
        <a:srgbClr val="10B981"/>
      </a:accent3>
      <a:accent4>
        <a:srgbClr val="7C3AED"/>
      </a:accent4>
      <a:accent5>
        <a:srgbClr val="2563EB"/>
      </a:accent5>
      <a:accent6>
        <a:srgbClr val="64748B"/>
      </a:accent6>
      <a:hlink>
        <a:srgbClr val="2563EB"/>
      </a:hlink>
      <a:folHlink>
        <a:srgbClr val="7C3AED"/>
      </a:folHlink>
    </a:clrScheme>
    <a:fontScheme name="DejaVu">
      <a:majorFont>
        <a:latin typeface="DejaVu Sans"/>
      </a:majorFont>
      <a:minorFont>
        <a:latin typeface="DejaVu San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OpenCode generated report</Application>
  <PresentationFormat>On-screen Show (16:9)</PresentationFormat>
  <Slides>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Multi-STL GVBF Experiment Report</dc:title>
  <dc:creator>Sisyphus</dc:creator>
  <cp:lastModifiedBy>Sisyphus</cp:lastModifiedBy>
  <dcterms:created xsi:type="dcterms:W3CDTF">2026-06-18T11:08:29+00:00</dcterms:created>
  <dcterms:modified xsi:type="dcterms:W3CDTF">2026-06-18T11:08:29+00:00</dcterms:modified>
</cp:coreProperties>
</file>